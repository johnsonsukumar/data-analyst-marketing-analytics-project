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varScale="1">
        <p:scale>
          <a:sx n="85" d="100"/>
          <a:sy n="85" d="100"/>
        </p:scale>
        <p:origin x="8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3/25/2026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3/25/2026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3/25/2026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a:t>
            </a:r>
            <a:r>
              <a:rPr lang="en-US"/>
              <a:t>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107</TotalTime>
  <Words>787</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johnny pbi</cp:lastModifiedBy>
  <cp:revision>2</cp:revision>
  <dcterms:created xsi:type="dcterms:W3CDTF">2024-09-03T15:16:05Z</dcterms:created>
  <dcterms:modified xsi:type="dcterms:W3CDTF">2026-03-25T02:50:32Z</dcterms:modified>
</cp:coreProperties>
</file>